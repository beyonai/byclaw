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SOURCE · EPIC GAMES · 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Lore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Epic Games 的版本控制革命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游戏行业为什么需要一个新的 Git？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463040" cy="292608"/>
          </a:xfrm>
          <a:prstGeom prst="rect">
            <a:avLst>
              <a:gd name="adj" fmla="val 15625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GitHub 3600+ 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74320"/>
            <a:ext cx="2926080" cy="2926080"/>
          </a:xfrm>
          <a:prstGeom prst="ellipse">
            <a:avLst/>
          </a:prstGeom>
          <a:ln w="38100">
            <a:solidFill>
              <a:srgbClr val="003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914400"/>
            <a:ext cx="1371600" cy="137160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2377440"/>
            <a:ext cx="548640" cy="5486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474720"/>
            <a:ext cx="3017520" cy="0"/>
          </a:xfrm>
          <a:prstGeom prst="line">
            <a:avLst/>
          </a:prstGeom>
          <a:noFill/>
          <a:ln w="25400">
            <a:solidFill>
              <a:srgbClr val="003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3749040"/>
            <a:ext cx="3017520" cy="0"/>
          </a:xfrm>
          <a:prstGeom prst="line">
            <a:avLst/>
          </a:prstGeom>
          <a:noFill/>
          <a:ln w="25400">
            <a:solidFill>
              <a:srgbClr val="003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4023360"/>
            <a:ext cx="3017520" cy="0"/>
          </a:xfrm>
          <a:prstGeom prst="line">
            <a:avLst/>
          </a:prstGeom>
          <a:noFill/>
          <a:ln w="25400">
            <a:solidFill>
              <a:srgbClr val="00356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TODAY'S 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今天聊什么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43200" cy="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游戏开发的版本控制困局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 核心技术架构深解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真实对比：Git / Perforce / LFS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争议与展望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游戏开发的版本控制困局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为什么现有工具不够用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03920" cy="868680"/>
          </a:xfrm>
          <a:prstGeom prst="rect">
            <a:avLst>
              <a:gd name="adj" fmla="val 8421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48740"/>
            <a:ext cx="640080" cy="64008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AAA 游戏仓库：代码 + 数百 GB 二进制资产共存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536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3D模型、贴图、音频……单一资产动辄数 GB，版本历史急速膨胀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03920" cy="868680"/>
          </a:xfrm>
          <a:prstGeom prst="rect">
            <a:avLst>
              <a:gd name="adj" fmla="val 8421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46020"/>
            <a:ext cx="640080" cy="64008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Git clone 耗时数小时，.git 目录膨胀至数百 GB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大型工作室新员工入职第一天，光 clone 仓库就要等半天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8503920" cy="868680"/>
          </a:xfrm>
          <a:prstGeom prst="rect">
            <a:avLst>
              <a:gd name="adj" fmla="val 8421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43300"/>
            <a:ext cx="640080" cy="64008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程序员用 Git，美术用 Perforce——工具链长期分裂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30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两套工具、两套流程、两套权限——协作成本每天都在累积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现有方案为什么都不够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411480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开源免费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2377440" cy="0"/>
          </a:xfrm>
          <a:prstGeom prst="line">
            <a:avLst/>
          </a:prstGeom>
          <a:noFill/>
          <a:ln w="12700">
            <a:solidFill>
              <a:srgbClr val="003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为代码设计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二进制文件无法 diff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大仓库极度缓慢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2468880" cy="320040"/>
          </a:xfrm>
          <a:prstGeom prst="rect">
            <a:avLst>
              <a:gd name="adj" fmla="val 17143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❌ 不适合大项目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651760" cy="411480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Perforce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72968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行业标准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1755648"/>
            <a:ext cx="2377440" cy="0"/>
          </a:xfrm>
          <a:prstGeom prst="line">
            <a:avLst/>
          </a:prstGeom>
          <a:noFill/>
          <a:ln w="12700">
            <a:solidFill>
              <a:srgbClr val="003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解决大文件问题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商业闭源昂贵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EA/育碧/暴雪都在付授权费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64408" y="3840480"/>
            <a:ext cx="2468880" cy="320040"/>
          </a:xfrm>
          <a:prstGeom prst="rect">
            <a:avLst>
              <a:gd name="adj" fmla="val 17143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💰 太贵且闭源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62472" y="822960"/>
            <a:ext cx="2651760" cy="411480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 LFS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62472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补丁方案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1755648"/>
            <a:ext cx="2377440" cy="0"/>
          </a:xfrm>
          <a:prstGeom prst="line">
            <a:avLst/>
          </a:prstGeom>
          <a:noFill/>
          <a:ln w="12700">
            <a:solidFill>
              <a:srgbClr val="0035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大文件转存外部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底层仍是 Git 逻辑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Locking 机制原始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53912" y="3840480"/>
            <a:ext cx="2468880" cy="320040"/>
          </a:xfrm>
          <a:prstGeom prst="rect">
            <a:avLst>
              <a:gd name="adj" fmla="val 17143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🩹 补丁非根本解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47472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 的技术设计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从 Merkle 树到稀疏工作区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137160" cy="13716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3108960"/>
            <a:ext cx="137160" cy="13716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3108960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Merkle 树 + 内容寻址存储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Root Hash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426464"/>
            <a:ext cx="548640" cy="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26464"/>
            <a:ext cx="0" cy="32004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26464"/>
            <a:ext cx="0" cy="32004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73736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 Hash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73736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 Hash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2103120"/>
            <a:ext cx="548640" cy="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103120"/>
            <a:ext cx="0" cy="27432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103120"/>
            <a:ext cx="0" cy="27432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103120"/>
            <a:ext cx="0" cy="274320"/>
          </a:xfrm>
          <a:prstGeom prst="line">
            <a:avLst/>
          </a:prstGeom>
          <a:noFill/>
          <a:ln w="19050">
            <a:solidFill>
              <a:srgbClr val="0035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3774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77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1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 Chunk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37360" y="23774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377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1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 Chunk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237744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001D3D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77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1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 Chunk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926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每块内容 → 唯一哈希 → 可验证完整性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914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密码学完整性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根哈希变化即仓库状态变化，无法伪造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9659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天然去重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相同内容同一哈希，全仓库只存一份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0175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分块存储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大文件改10%只需重存那10%的块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稀疏工作区 · 按需水合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On-demand Hydration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传统方式（Git Clone）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88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814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 稀疏工作区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必须 clone 完整仓库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新员工等待数小时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磁盘占用：完整资产 TB 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429768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288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只下载指定目录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29768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内容按需拉取（hydration）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4297680" cy="384048"/>
          </a:xfrm>
          <a:prstGeom prst="roundRect">
            <a:avLst>
              <a:gd name="adj" fmla="val 11905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34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• 程序员 2GB / 美术 50GB，同一版本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23317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像海绵吸水——只吸你需要的那部分。元数据完整在本地，内容按需拉取。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为什么选择 Rust？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81.6%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Rust 代码占比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B1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Python 14.2% · C 3.9%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0058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097280"/>
            <a:ext cx="320040" cy="3200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内存安全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所有权模型从语言层面排除整类 bug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96596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2057400"/>
            <a:ext cx="320040" cy="320040"/>
          </a:xfrm>
          <a:prstGeom prst="ellipse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高并发无竞争条件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版本控制系统的核心需求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9260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3017520"/>
            <a:ext cx="320040" cy="3200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017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零成本抽象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比 Go GC 更适合低延迟存储系统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Linux 内核、Android 系统库都在引入 Rust——这是整个系统软件行业的趋势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与现有方案的真实对比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411480"/>
          </a:xfrm>
          <a:prstGeom prst="rect">
            <a:avLst>
              <a:gd name="adj" fmla="val 8889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特性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822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822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Perforce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03920" cy="475488"/>
          </a:xfrm>
          <a:prstGeom prst="rect">
            <a:avLst>
              <a:gd name="adj" fmla="val 576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大文件支持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325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❌ 极差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DB7C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良好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3258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原生支持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892808"/>
            <a:ext cx="8503920" cy="475488"/>
          </a:xfrm>
          <a:prstGeom prst="rect">
            <a:avLst>
              <a:gd name="adj" fmla="val 5769"/>
            </a:avLst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928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稀疏克隆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892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⚠️ 有限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92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3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⚠️ 部分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18928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完整支持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459736"/>
            <a:ext cx="8503920" cy="475488"/>
          </a:xfrm>
          <a:prstGeom prst="rect">
            <a:avLst>
              <a:gd name="adj" fmla="val 576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597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开源免费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2459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DB7C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完全开源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459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❌ 商业闭源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4597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MIT 协议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026664"/>
            <a:ext cx="8503920" cy="475488"/>
          </a:xfrm>
          <a:prstGeom prst="rect">
            <a:avLst>
              <a:gd name="adj" fmla="val 5769"/>
            </a:avLst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266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大团队协作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0266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❌ 困难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0266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DB7C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良好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0266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优化设计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8503920" cy="475488"/>
          </a:xfrm>
          <a:prstGeom prst="rect">
            <a:avLst>
              <a:gd name="adj" fmla="val 576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935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实际使用案例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26080" y="35935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开源项目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5935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EA/育碧/暴雪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59359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UEFN 数十万用户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8503920" cy="502920"/>
          </a:xfrm>
          <a:prstGeom prst="rect">
            <a:avLst>
              <a:gd name="adj" fmla="val 10909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519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 已内置 UEFN（Unreal Editor for Fortnite），全球数十万堡垒之夜创作者每天在用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现实争议：值得押注吗？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Pre-1.0 的风险与机遇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411480"/>
          </a:xfrm>
          <a:prstGeom prst="rect">
            <a:avLst>
              <a:gd name="adj" fmla="val 13333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⚠️ 风险与挑战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4206240" cy="411480"/>
          </a:xfrm>
          <a:prstGeom prst="rect">
            <a:avLst>
              <a:gd name="adj" fmla="val 13333"/>
            </a:avLst>
          </a:prstGeom>
          <a:solidFill>
            <a:srgbClr val="001D3D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143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✅ 理由与信心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393192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28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Pre-1.0 格式不稳定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02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接口/磁盘格式可能随时变化，迁移成本高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393192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集中式架构门槛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779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需要中央服务器，个人开发者/开源社区不友好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393192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82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与 Git 生态割裂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57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无法直接用现有 CI/CD 工具链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420624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728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16 个公开 ADR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002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架构决策全部透明，工程文化比多数商业产品更强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420624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UEFN 已验证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779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数十万创作者在用，说明技术路线可行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246120"/>
            <a:ext cx="4206240" cy="658368"/>
          </a:xfrm>
          <a:prstGeom prst="rect">
            <a:avLst>
              <a:gd name="adj" fmla="val 9722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82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MIT 开源 + Epic 背书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557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打破 Perforce 商业垄断的最有力候选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8503920" cy="548640"/>
          </a:xfrm>
          <a:prstGeom prst="rect">
            <a:avLst>
              <a:gd name="adj" fmla="val 10000"/>
            </a:avLst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69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现阶段适合人群：新项目 · 小团队 · 愿意换取早期反馈的先行者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Lore 的意义：不只是一个工具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游戏行业基础设施的开源化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046720" cy="749808"/>
          </a:xfrm>
          <a:prstGeom prst="rect">
            <a:avLst>
              <a:gd name="adj" fmla="val 10976"/>
            </a:avLst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17904"/>
            <a:ext cx="457200" cy="45720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游戏行业有机会得到第一个真正开源的大文件版控方案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打破 Perforce 的商业垄断，降低整个行业的基础设施成本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046720" cy="749808"/>
          </a:xfrm>
          <a:prstGeom prst="rect">
            <a:avLst>
              <a:gd name="adj" fmla="val 10976"/>
            </a:avLst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78024"/>
            <a:ext cx="457200" cy="45720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MIT 协议 + Epic 背书 = 可信赖的长期基础设施候选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71576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自部署、不依赖商业公司、有大公司验证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046720" cy="749808"/>
          </a:xfrm>
          <a:prstGeom prst="rect">
            <a:avLst>
              <a:gd name="adj" fmla="val 10976"/>
            </a:avLst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438144"/>
            <a:ext cx="457200" cy="45720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关键问题：1.0 稳定版何时到来？谁会第一个公开迁移？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WenQuanYi Micro Hei" pitchFamily="34" charset="0"/>
                <a:ea typeface="WenQuanYi Micro Hei" pitchFamily="34" charset="-122"/>
                <a:cs typeface="WenQuanYi Micro Hei" pitchFamily="34" charset="-120"/>
              </a:rPr>
              <a:t>去看 EpicGames/lore 的 16 个 ADR，加入 Discord 社区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3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🔗 github.com/EpicGames/lore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B1C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MIT License · Rust · Pre-1.0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81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2026-06-19T15:20:51Z</dcterms:created>
  <dcterms:modified xsi:type="dcterms:W3CDTF">2026-06-19T15:20:51Z</dcterms:modified>
</cp:coreProperties>
</file>